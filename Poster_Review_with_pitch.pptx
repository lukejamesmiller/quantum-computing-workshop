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  <Relationship Id="rId33" Type="http://schemas.openxmlformats.org/officeDocument/2006/relationships/slide" Target="slides/slide28.xml"/>
  <Relationship Id="rId34" Type="http://schemas.openxmlformats.org/officeDocument/2006/relationships/slide" Target="slides/slide29.xml"/>
  <Relationship Id="rId35" Type="http://schemas.openxmlformats.org/officeDocument/2006/relationships/slide" Target="slides/slide30.xml"/>
  <Relationship Id="rId36" Type="http://schemas.openxmlformats.org/officeDocument/2006/relationships/slide" Target="slides/slide31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debb024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debb024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debb0240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debb0240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debb0240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debb0240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debb0240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debb0240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debb0240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debb0240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debb0240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debb0240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debb0240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6debb0240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debb0240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6debb0240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debb0240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debb0240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debb0240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6debb0240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debb0240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debb0240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debb0240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debb0240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debb0240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debb0240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debb0240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6debb0240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debb0240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6debb0240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debb0240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debb0240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debb0240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debb0240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debb0240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debb0240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debb0240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6debb0240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debb0240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6debb0240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debb02407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6debb02407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debb02407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debb0240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debb02407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6debb02407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debb0240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6debb0240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debb02407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debb02407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debb02407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6debb0240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Poster Review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 could try to describe everything that makes a poster good, but I think it's better to walk through and look at posters.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Let's look at some 1st and 2nd place posters from last spring's hackathon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859" y="0"/>
            <a:ext cx="682228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MS, Data Science Track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383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poster isn't overcrowded.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Colorful but tasteful graphics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Headings stand out from 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boxes to break up the poster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9" y="744075"/>
            <a:ext cx="453148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288" y="0"/>
            <a:ext cx="68294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37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keep text limited.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images allow you to tell a story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header bars to break up the poster into elements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spot the 'results' tables from far away.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2721" y="1019750"/>
            <a:ext cx="4888700" cy="368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221" y="0"/>
            <a:ext cx="695155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333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little denser, but they use graphics to break up text boxes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consistent color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graphics are interesting.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 to before, title and headings stand out.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2176" y="849600"/>
            <a:ext cx="5151549" cy="381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997" y="0"/>
            <a:ext cx="7162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403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I'm not sure what's going on with that wave, but I want 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Limited 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Clear headings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it was mine, I'd want some more white space between columns</a:t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7901" y="1017725"/>
            <a:ext cx="4584401" cy="329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650" y="0"/>
            <a:ext cx="70006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359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color, uses space to mark headings.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Graphics central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boxes to break up poster</a:t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2400" y="1103212"/>
            <a:ext cx="4784074" cy="351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for some runners up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030" y="0"/>
            <a:ext cx="686994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311700" y="1152475"/>
            <a:ext cx="438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dense, but uses graphics to break 'walls of text'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Clear headings</a:t>
            </a:r>
            <a:endParaRPr/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4698" y="1573275"/>
            <a:ext cx="4001099" cy="29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let's look at some that didn't win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Their project may have been good, but it's difficult to find that out in a minute or two when you stop by a poster.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7465" y="0"/>
            <a:ext cx="684907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1152475"/>
            <a:ext cx="386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Hard to read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visual elements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Poor contrast</a:t>
            </a:r>
            <a:endParaRPr/>
          </a:p>
        </p:txBody>
      </p:sp>
      <p:pic>
        <p:nvPicPr>
          <p:cNvPr id="171" name="Google Shape;17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48" y="1300525"/>
            <a:ext cx="454925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736" y="0"/>
            <a:ext cx="593052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311700" y="1152475"/>
            <a:ext cx="444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Poor color contrast for 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boxes or header bars to break apart the columns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Could have cut some text to make images larger or add more of them</a:t>
            </a:r>
            <a:endParaRPr/>
          </a:p>
        </p:txBody>
      </p:sp>
      <p:pic>
        <p:nvPicPr>
          <p:cNvPr id="185" name="Google Shape;1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5596" y="1075387"/>
            <a:ext cx="4116924" cy="357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838" y="528638"/>
            <a:ext cx="5648325" cy="40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311700" y="1152475"/>
            <a:ext cx="472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Wall of 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color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Nothing 'grabs the eye'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Very little negative space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 kind of feels intimidating to approach.  Where do I start?  This is going to require focus to understand.</a:t>
            </a:r>
            <a:endParaRPr/>
          </a:p>
        </p:txBody>
      </p:sp>
      <p:pic>
        <p:nvPicPr>
          <p:cNvPr id="199" name="Google Shape;19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4445" y="1461645"/>
            <a:ext cx="3499549" cy="25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373" y="0"/>
            <a:ext cx="687325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311700" y="1152475"/>
            <a:ext cx="422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Color contrast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didn't use the </a:t>
            </a:r>
            <a:r>
              <a:rPr lang="en"/>
              <a:t>available</a:t>
            </a:r>
            <a:r>
              <a:rPr lang="en"/>
              <a:t> space. It seems low effort. You want negative space, but not huge blank areas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 simple visuals</a:t>
            </a:r>
            <a:endParaRPr/>
          </a:p>
        </p:txBody>
      </p:sp>
      <p:pic>
        <p:nvPicPr>
          <p:cNvPr id="213" name="Google Shape;21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226" y="1152475"/>
            <a:ext cx="4226074" cy="31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761" y="0"/>
            <a:ext cx="689447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8"/>
          <p:cNvSpPr txBox="1"/>
          <p:nvPr>
            <p:ph idx="1" type="body"/>
          </p:nvPr>
        </p:nvSpPr>
        <p:spPr>
          <a:xfrm>
            <a:off x="311700" y="1152475"/>
            <a:ext cx="3649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one is pretty good.  It's just so subdued.  Nothing is interesting from 10 feet away.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Could probably have some more visual elements.</a:t>
            </a:r>
            <a:endParaRPr/>
          </a:p>
        </p:txBody>
      </p:sp>
      <p:pic>
        <p:nvPicPr>
          <p:cNvPr id="227" name="Google Shape;22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1647" y="1001200"/>
            <a:ext cx="4984975" cy="371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can almost predict the winners without reading text.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&gt;5 visual elements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Legible text (high contrast)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Clear headings and sections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Sufficient negative space between elements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Something interesting from 10 feet away.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elevator pitch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You have less than a minute to convince someone your project is cool.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poster is behind you. The pitch is what makes them turn around and read it.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beats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"/>
              <a:t>Motivate the problem. What are you solving, and why does anyone care?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"/>
              <a:t>Say what you did that is interesting, and why it is interesting.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"/>
              <a:t>Highlight a few interesting findings.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"/>
              <a:t>Stop. Let them ask for more.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600"/>
              </a:spcAft>
              <a:buSzPts val="1400"/>
              <a:buChar char="○"/>
            </a:pPr>
            <a:r>
              <a:rPr lang="en"/>
              <a:t>The details are on the poster. Questions mean the pitch worked.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not to do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"/>
              <a:t>Do not regurgitate facts, results, or mathematics from your poster.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"/>
              <a:t>Do not give a presentation on the methods.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"/>
              <a:t>Do not read a script in a monotone with your eyes on the floor.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600"/>
              </a:spcAft>
              <a:buSzPts val="1400"/>
              <a:buChar char="○"/>
            </a:pPr>
            <a:r>
              <a:rPr lang="en"/>
              <a:t>You don't have to be Jim Carrey. You do have to make eye contact and show a little excitement.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"/>
              <a:t>Memorize your beats, not every word.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600"/>
              </a:spcAft>
              <a:buSzPts val="1400"/>
              <a:buChar char="○"/>
            </a:pPr>
            <a:r>
              <a:rPr lang="en"/>
              <a:t>The basic points you want to make, in order.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"/>
              <a:t>Practice the pitch 5 to 10 times before the event.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"/>
              <a:t>Time it. Under a minute.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"/>
              <a:t>Say it to a friend who knows nothing about your project, and watch their face.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